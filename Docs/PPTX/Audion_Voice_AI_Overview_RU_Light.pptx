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5c5db2018d4480" /><Relationship Type="http://schemas.openxmlformats.org/officeDocument/2006/relationships/extended-properties" Target="/docProps/app.xml" Id="Rfa43ad580118420d" /><Relationship Type="http://schemas.openxmlformats.org/officeDocument/2006/relationships/officeDocument" Target="/ppt/presentation.xml" Id="Rb1e9256a9c55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76c05488947df"/>
  </p:sldMasterIdLst>
  <p:notesMasterIdLst>
    <p:notesMasterId xmlns:r="http://schemas.openxmlformats.org/officeDocument/2006/relationships" r:id="R4c6eea45d6564913"/>
  </p:notesMasterIdLst>
  <p:sldIdLst>
    <p:sldId xmlns:r="http://schemas.openxmlformats.org/officeDocument/2006/relationships" id="256" r:id="Ra2ca047d16874d91"/>
    <p:sldId xmlns:r="http://schemas.openxmlformats.org/officeDocument/2006/relationships" id="257" r:id="R9878221c73a14b6b"/>
    <p:sldId xmlns:r="http://schemas.openxmlformats.org/officeDocument/2006/relationships" id="258" r:id="R9bd07b3a6b2646bb"/>
    <p:sldId xmlns:r="http://schemas.openxmlformats.org/officeDocument/2006/relationships" id="259" r:id="Rc78f5c27332d465c"/>
    <p:sldId xmlns:r="http://schemas.openxmlformats.org/officeDocument/2006/relationships" id="260" r:id="R000878b68735412d"/>
    <p:sldId xmlns:r="http://schemas.openxmlformats.org/officeDocument/2006/relationships" id="261" r:id="R3307aac6a7704f51"/>
    <p:sldId xmlns:r="http://schemas.openxmlformats.org/officeDocument/2006/relationships" id="262" r:id="R8a8a46af59e24c44"/>
    <p:sldId xmlns:r="http://schemas.openxmlformats.org/officeDocument/2006/relationships" id="263" r:id="R54ad3d496fec48bb"/>
    <p:sldId xmlns:r="http://schemas.openxmlformats.org/officeDocument/2006/relationships" id="264" r:id="R5cdace93b6ab42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a7f328b21401d" /><Relationship Type="http://schemas.openxmlformats.org/officeDocument/2006/relationships/slideMaster" Target="/ppt/slideMasters/slideMaster1.xml" Id="R35376c05488947df" /><Relationship Type="http://schemas.openxmlformats.org/officeDocument/2006/relationships/notesMaster" Target="/ppt/notesMasters/notesMaster1.xml" Id="R4c6eea45d6564913" /><Relationship Type="http://schemas.openxmlformats.org/officeDocument/2006/relationships/presProps" Target="/ppt/presProps.xml" Id="R16dba1ce6c984939" /><Relationship Type="http://schemas.openxmlformats.org/officeDocument/2006/relationships/tableStyles" Target="/ppt/tableStyles.xml" Id="R8d178611186b4e38" /><Relationship Type="http://schemas.openxmlformats.org/officeDocument/2006/relationships/slide" Target="/ppt/slides/slide1.xml" Id="Ra2ca047d16874d91" /><Relationship Type="http://schemas.openxmlformats.org/officeDocument/2006/relationships/slide" Target="/ppt/slides/slide2.xml" Id="R9878221c73a14b6b" /><Relationship Type="http://schemas.openxmlformats.org/officeDocument/2006/relationships/slide" Target="/ppt/slides/slide3.xml" Id="R9bd07b3a6b2646bb" /><Relationship Type="http://schemas.openxmlformats.org/officeDocument/2006/relationships/slide" Target="/ppt/slides/slide4.xml" Id="Rc78f5c27332d465c" /><Relationship Type="http://schemas.openxmlformats.org/officeDocument/2006/relationships/slide" Target="/ppt/slides/slide5.xml" Id="R000878b68735412d" /><Relationship Type="http://schemas.openxmlformats.org/officeDocument/2006/relationships/slide" Target="/ppt/slides/slide6.xml" Id="R3307aac6a7704f51" /><Relationship Type="http://schemas.openxmlformats.org/officeDocument/2006/relationships/slide" Target="/ppt/slides/slide7.xml" Id="R8a8a46af59e24c44" /><Relationship Type="http://schemas.openxmlformats.org/officeDocument/2006/relationships/slide" Target="/ppt/slides/slide8.xml" Id="R54ad3d496fec48bb" /><Relationship Type="http://schemas.openxmlformats.org/officeDocument/2006/relationships/slide" Target="/ppt/slides/slide9.xml" Id="R5cdace93b6ab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1debbc2cd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14b5590984d82" /><Relationship Type="http://schemas.openxmlformats.org/officeDocument/2006/relationships/notesMaster" Target="/ppt/notesMasters/notesMaster1.xml" Id="R73001e1e824244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ce5b7db444fbe" /><Relationship Type="http://schemas.openxmlformats.org/officeDocument/2006/relationships/notesMaster" Target="/ppt/notesMasters/notesMaster1.xml" Id="R4b41f06149f1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8a2c51db834080" /><Relationship Type="http://schemas.openxmlformats.org/officeDocument/2006/relationships/notesMaster" Target="/ppt/notesMasters/notesMaster1.xml" Id="Rf14472e6a12c41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f44fb1bad04bf9" /><Relationship Type="http://schemas.openxmlformats.org/officeDocument/2006/relationships/notesMaster" Target="/ppt/notesMasters/notesMaster1.xml" Id="R87954f510bcc41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a5ee6570c40b4" /><Relationship Type="http://schemas.openxmlformats.org/officeDocument/2006/relationships/notesMaster" Target="/ppt/notesMasters/notesMaster1.xml" Id="R8c87c4fe96e648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ba9b03b914886" /><Relationship Type="http://schemas.openxmlformats.org/officeDocument/2006/relationships/notesMaster" Target="/ppt/notesMasters/notesMaster1.xml" Id="R66f46076fe784a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002dd0ab846b5" /><Relationship Type="http://schemas.openxmlformats.org/officeDocument/2006/relationships/notesMaster" Target="/ppt/notesMasters/notesMaster1.xml" Id="Rcd328ea24430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0c18b31be14d16" /><Relationship Type="http://schemas.openxmlformats.org/officeDocument/2006/relationships/notesMaster" Target="/ppt/notesMasters/notesMaster1.xml" Id="R9c3443cef6ba44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8ac730b064782" /><Relationship Type="http://schemas.openxmlformats.org/officeDocument/2006/relationships/notesMaster" Target="/ppt/notesMasters/notesMaster1.xml" Id="R2097b3f2330e4c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53eae07bb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640b177ff4679" /><Relationship Type="http://schemas.openxmlformats.org/officeDocument/2006/relationships/slideLayout" Target="/ppt/slideLayouts/slideLayout1.xml" Id="R0133f14f41d6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3f14f41d6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8ae6ea57147f5" /><Relationship Type="http://schemas.openxmlformats.org/officeDocument/2006/relationships/notesSlide" Target="/ppt/notesSlides/notesSlide1.xml" Id="R53884fdfcc0b44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c99c898754e9e" /><Relationship Type="http://schemas.openxmlformats.org/officeDocument/2006/relationships/notesSlide" Target="/ppt/notesSlides/notesSlide2.xml" Id="Rcd660a8fff6141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84b7c5ec4473" /><Relationship Type="http://schemas.openxmlformats.org/officeDocument/2006/relationships/notesSlide" Target="/ppt/notesSlides/notesSlide3.xml" Id="R5b2023f3f34f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ddd0f34f94882" /><Relationship Type="http://schemas.openxmlformats.org/officeDocument/2006/relationships/notesSlide" Target="/ppt/notesSlides/notesSlide4.xml" Id="Rdf05c4ba521a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4f6e9fe744e84" /><Relationship Type="http://schemas.openxmlformats.org/officeDocument/2006/relationships/notesSlide" Target="/ppt/notesSlides/notesSlide5.xml" Id="R029db233dd6f44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cf7102ade4b01" /><Relationship Type="http://schemas.openxmlformats.org/officeDocument/2006/relationships/notesSlide" Target="/ppt/notesSlides/notesSlide6.xml" Id="R91e3f928ebbe4a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c29fefec45e1" /><Relationship Type="http://schemas.openxmlformats.org/officeDocument/2006/relationships/notesSlide" Target="/ppt/notesSlides/notesSlide7.xml" Id="R94ab1b66f9464f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ba15c31df4635" /><Relationship Type="http://schemas.openxmlformats.org/officeDocument/2006/relationships/notesSlide" Target="/ppt/notesSlides/notesSlide8.xml" Id="Rd125196adf0640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cd963eacb4002" /><Relationship Type="http://schemas.openxmlformats.org/officeDocument/2006/relationships/notesSlide" Target="/ppt/notesSlides/notesSlide9.xml" Id="R76dbb12ba61c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B631B-A6A5-43B3-8D28-63BD88D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06307-42C8-45DC-B76D-0C7C5138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6080F-D633-413B-8FF6-D3F2953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322FA-336A-4958-9E69-469696D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4F48C-3CBA-4F5D-91E1-F25EE1ED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9DE27-6668-48B9-91EC-27C8526C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4FF0B-FA4F-44AC-B872-8D1F0B7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4D4C7-03EE-40B5-817E-EE71B0CD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Audion Voice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B06C-80D0-43F1-B7F0-A6CEA997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048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933"/>
                </a:solidFill>
              </a:defRPr>
            </a:pPr>
            <a:r>
              <a:rPr sz="3300" b="1">
                <a:solidFill>
                  <a:srgbClr val="1F2933"/>
                </a:solidFill>
              </a:rPr>
              <a:t>Audion Voice AI превращает речь в рабочую структуру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F28C-77BD-42F4-966B-73C0407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Live-диктовка, файловая транскрибация, локальные движки, чистка текста и экспорт в Notion/Obsidian собраны в одном управляемом desktop-workflow.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BC90F-9B0D-491D-A745-4621823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348E3-A1D1-4FD3-859B-187B4FEB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97316"/>
                </a:solidFill>
              </a:defRPr>
            </a:pPr>
            <a:r>
              <a:rPr sz="885" b="1">
                <a:solidFill>
                  <a:srgbClr val="F97316"/>
                </a:solidFill>
              </a:rPr>
              <a:t>Live + файлы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63AC9-A779-42A1-B5E6-80EF74B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172B4-2909-4B42-AE9A-963738C2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F2933"/>
                </a:solidFill>
              </a:defRPr>
            </a:pPr>
            <a:r>
              <a:rPr sz="885" b="1">
                <a:solidFill>
                  <a:srgbClr val="1F2933"/>
                </a:solidFill>
              </a:rPr>
              <a:t>API +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D78C8-805F-401A-92FF-031FFBE1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13E27-78BE-4F53-B882-E214430C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F2933"/>
                </a:solidFill>
              </a:defRPr>
            </a:pPr>
            <a:r>
              <a:rPr sz="885" b="1">
                <a:solidFill>
                  <a:srgbClr val="1F2933"/>
                </a:solidFill>
              </a:rPr>
              <a:t>Portable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EBFAE-1C49-406B-9F78-34B560E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C997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D77FD-0029-40D3-878F-0A26F5C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07DEA-12A5-4D83-A3BF-42524F6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954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CB555-49C9-41E5-8ADD-A9DF1C2E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0ACD2-0646-4436-ABDA-709A3C2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82D1B-0CA0-4D16-8BA4-A4CEDDB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9F5A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EDFF2-5FBD-415E-8D45-FD259B5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5A8E"/>
                </a:solidFill>
              </a:defRPr>
            </a:pPr>
            <a:r>
              <a:rPr sz="975" b="1">
                <a:solidFill>
                  <a:srgbClr val="9F5A8E"/>
                </a:solidFill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DD804-F7D2-4DE3-8D45-9DEB447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2ECB5-3D4F-4ED2-AC68-A0999B5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592664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973BD-5C35-4F95-8DC1-0233DB10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470AC-A08E-4667-91F0-CD3113A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57CEC-A01C-484C-BCC4-5D42D63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85CA9-944C-444A-AD95-CC837BE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991E0-1B79-4CFB-B085-7ED42F5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228E0-8F48-4B06-99D2-3D8C1679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687AC-E2E4-4C92-9899-5918D5C1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07B9E-7621-435E-8F6A-9B8978A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Приложение закрывает хаос между сырым аудио и полезной заметкой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E0CCD-4EAD-4530-A82C-4934C1B2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DF4F3-895E-4D7C-B143-F7680C5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Это не кнопка «расшифровать», а повторяемая STT-операция с очередью, настройками и проверяемым результатом.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A7598-0EC0-4D7F-B299-64E3E20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F9A39-56DB-48AC-AF77-3DD579E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D2158-0299-4063-97E7-48CB77FA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Длинные записи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B0C19-8130-44C8-B3D0-EB88EBF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Очередь, FFmpeg ingest, сохранение рядом с исходником и retry делают большие задачи управляемыми.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B889C-3BA5-49F1-BE15-2CAABD55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3F968-6BA1-4301-B4EA-DF81731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227E-5337-4E03-A47C-530B8FAE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Live-захват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D4139-A288-416F-A717-B815B04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Push-to-talk, overlay partials, чистка Live и tray-действия делают диктовку ежедневным инструментом.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6EBA7-248F-4E91-A9C7-03719900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36736-4389-4E80-930F-CA2C87F7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EF148-443B-4EB4-98AF-C71779B2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Portable-установка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588AB-4462-4A01-A6E7-70DCC164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Runtime, tools, модели и wheel-кэши ставятся видимыми слоями и воспроизводятся заново.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B04EF-D9F2-4552-9E7B-74CE596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4861A-C769-4728-9CC3-0248868C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</a:defRPr>
            </a:pPr>
            <a:r>
              <a:rPr sz="1125" b="1">
                <a:solidFill>
                  <a:srgbClr val="1F2933"/>
                </a:solidFill>
              </a:rPr>
              <a:t>Главная идея: UI показывает рабочий процесс, а installer делает каждый backend воспроизводимым.</a:t>
            </a:r>
          </a:p>
        </p:txBody>
      </p:sp>
    </p:spTree>
    <p:extLst>
      <p:ext uri="{BB962C8B-B14F-4D97-AF65-F5344CB8AC3E}">
        <p14:creationId xmlns:p14="http://schemas.microsoft.com/office/powerpoint/2010/main" val="1358226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7DCB3-A98B-4289-9F4C-9409AEC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0F25C-06EB-4AF3-B6BF-C2C45162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2AF1E-5B93-4312-A67F-57238FCE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C92B8-1280-4EB8-9E11-B137879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A0A41-439C-4947-829D-DD06422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E05EF-7227-4323-9E3D-F2ADF12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B508B-7BD8-407D-8D25-FE58BC3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15EEA-9035-470A-BAFE-A559F56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933"/>
                </a:solidFill>
              </a:defRPr>
            </a:pPr>
            <a:r>
              <a:rPr sz="2175" b="1">
                <a:solidFill>
                  <a:srgbClr val="1F2933"/>
                </a:solidFill>
              </a:rPr>
              <a:t>Два издания разделяют ноутбук и CUDA-станцию без смешивания тяжёлых слоёв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47BB1-4BF6-47CC-AF67-7C2320E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63B7D-9021-4B73-B895-FFD9663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Live остаётся компактным, Studio добавляет тяжёлое локальное ускорение для рабочих станций.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B05DD-865F-44EA-984D-00654DC4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A7D74-C237-416E-909D-0C76198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C1F38-2B43-48FA-87E8-CF7953F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Voice AI 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9B69A-37B8-4FE3-974E-0A082FBA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80840-FC6C-4E44-81AF-85D11D2B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619DD-B5CE-4F8C-884B-36CF1731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3D14F-209E-4AC9-913E-E6D9F6B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Voice AI 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0B32D-0686-4B81-98F8-DC9F7AD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AAA2D-1634-43FC-863C-F5DFA595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1D090-D9CC-4392-9A14-A925796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OpenAI, xAI, ElevenLabs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03EB8-40C0-4EC6-9948-CB9D8A53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0288E-991A-40A7-88D1-212D88F8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GigaAM и whisper.cpp local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A283D-F1F9-40B8-8DCE-3043A79D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6F75B-954B-4BBD-9512-1C7D7280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DirectML или CPU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BD96F-BF3B-47A2-BD7F-7358135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BEA1F-43F0-472D-AEDC-A4B365AB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Небольшой размер для обычных машин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DCC71-6294-4652-A2CF-ACFAD08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78C02-BAFA-42DB-9B23-3BA14EB0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Всё из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C23F5-D2F9-4935-B752-17A3DD0B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DFF5B-D7F3-447E-9DE4-19893F7D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CUDA / TensorRT путь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5AACF-FFF3-4D66-8960-A34A563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462BB-AB5B-406A-BC8B-30408ED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faster-whisper large models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0BE5D-0CE4-4D93-819C-14C04FE5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69BAA-9EB7-4CF1-A36E-E7E6237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GPU diarization через pyannote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2FBB3B-4B9D-46C3-8AB3-7A180080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91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E778B0-09F9-403B-9AFF-098CCA43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Правило продукта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4D1778-9B2A-4C51-82B0-14AD6A8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54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3"/>
                </a:solidFill>
              </a:defRPr>
            </a:pPr>
            <a:r>
              <a:rPr sz="1088" b="1">
                <a:solidFill>
                  <a:srgbClr val="1F2933"/>
                </a:solidFill>
              </a:rPr>
              <a:t>Live — основное приложение; Studio — workstation-расширение.</a:t>
            </a:r>
          </a:p>
        </p:txBody>
      </p:sp>
    </p:spTree>
    <p:extLst>
      <p:ext uri="{BB962C8B-B14F-4D97-AF65-F5344CB8AC3E}">
        <p14:creationId xmlns:p14="http://schemas.microsoft.com/office/powerpoint/2010/main" val="1082348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B06A1-1732-4AF0-B316-648C732D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34511-CA83-4998-9924-8B58E602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D0EA-6592-46E0-96DB-A208723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FC4DB-46AF-49C4-9E05-CAE7F7F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8E912-2C30-4D5F-B8DC-61989F68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9C185-6DB3-4959-B153-899B07B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99FE-AD08-45A6-BA2E-16251BB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D5A55-2452-4EB7-81FF-FCFE93F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933"/>
                </a:solidFill>
              </a:defRPr>
            </a:pPr>
            <a:r>
              <a:rPr sz="2175" b="1">
                <a:solidFill>
                  <a:srgbClr val="1F2933"/>
                </a:solidFill>
              </a:rPr>
              <a:t>Интерфейс собран вокруг задач, которые пользователь повторяет каждый день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B685B-9D4C-4100-96DA-378C79E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1801F-CD23-4F44-B0B6-E7682E7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Табы уменьшают скролл и удерживают compute, setup и export-решения на виду без простыни контролов.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1161B-7678-42BA-A50C-9F4E56FE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F8E97-D009-437A-B7C6-5DF1C94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B1B2E-4EF4-479D-8CA4-4785E6F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83DE-7A14-4438-8C8F-A532EE3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Диктовка, API/local source, overlay, чистка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D3EF5-AE6E-4983-9E61-FEC9C8C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3098A-5E17-4EAB-8D63-7D2AC3D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B17AB-55EE-4C0A-AD17-76FEAE6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28CFC-95B1-4D51-88F3-DE73335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46640-BAE6-4A81-B13B-EA6FFAD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Операции с файлами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96FC1-B45A-4335-A0ED-FCA60F95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Очередь, движок, язык, post-processing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8EAD4-B861-465A-BED4-5FD1B90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03BD0-537A-4DE5-8038-8084137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4F1B6-CF9D-4E5C-AF52-7261F0B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7F17C-2E75-4E71-884B-579C9392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90570-EBD7-4827-A3D7-F2C2666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Настройки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08A87-A78B-43B3-BE16-7F3D0C1D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Тема, форматы, субтитры, tray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FC4CB-4F3C-4BE2-9B6B-14E08CA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032FD-407D-42DD-9EBD-1291253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C8970-EBCB-4445-AE8A-EF7C728E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C9177-C9A8-4909-BC25-82C216F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3F0E6-729A-42FB-9596-656090F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Установки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C40EA1-8B8E-46AB-8B63-2695AED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Модули, ключи, прогресс, диагностика</a:t>
            </a:r>
          </a:p>
        </p:txBody>
      </p:sp>
    </p:spTree>
    <p:extLst>
      <p:ext uri="{BB962C8B-B14F-4D97-AF65-F5344CB8AC3E}">
        <p14:creationId xmlns:p14="http://schemas.microsoft.com/office/powerpoint/2010/main" val="1272775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982F1-8779-428A-AAB0-01CAFE0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3FECD-17AC-4CC2-B0D9-9365AF44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EB3BE-B154-4B3C-B68B-1B55971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AF8FF-5CA7-4085-9017-2D2FBD3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C8CA2-564D-48FB-A9CC-1839682E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AA75F-11D2-4EC4-89C9-C191F7B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E50A5-E58F-4EF1-810B-A6BD689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CABE8-051C-474C-9BA3-9087A7B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Модели сгруппированы по намерению, а не по сырому каталогу провайдеров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1F5CE-3581-4505-B517-D352108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70BD3-CF9E-476E-B1D3-8F832BD4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Сначала выбирается задача: API models для скорости, Local Models для приватности и длинных записей, CUDA для Studio throughput.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F5481-BAF8-4CE7-958E-36EBAE71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0CFA0-CB9E-4311-9333-E9C31E03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API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800F7-C3B8-417E-A02A-3328563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OpenAI profiles, xAI Realtime, ElevenLabs 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315C3-6225-46B0-9544-EC1F9F90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Фиксированные Live-выборы уменьшают риск ошибки.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65F99-7BB5-472E-BE95-7B4CE9AF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15F21-1FB9-4D4A-A714-F4A09879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Local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2A45D-6231-4FD5-8B2D-6C884165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GigaAM ONNX и whisper.cpp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429C6-19B5-451E-AB9D-CC35BD8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DirectML — лёгкий Windows backend по умолчанию.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47C2D-BC70-41AA-8FBA-37CD490D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2E0F0-2734-4E00-81B1-4D8CB1C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F5A8E"/>
                </a:solidFill>
              </a:defRPr>
            </a:pPr>
            <a:r>
              <a:rPr sz="1500" b="1">
                <a:solidFill>
                  <a:srgbClr val="9F5A8E"/>
                </a:solidFill>
              </a:rPr>
              <a:t>CUDA / TensorRT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81465-3F21-4E08-8793-48A228A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Studio-only faster-whisper и pyannote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3821C-CD42-4989-8515-18EB4F1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Путь для RTX-class workstation.</a:t>
            </a:r>
          </a:p>
        </p:txBody>
      </p:sp>
    </p:spTree>
    <p:extLst>
      <p:ext uri="{BB962C8B-B14F-4D97-AF65-F5344CB8AC3E}">
        <p14:creationId xmlns:p14="http://schemas.microsoft.com/office/powerpoint/2010/main" val="235767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3F3F5-A7CF-4E62-B70B-402DF296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9EDFA-475F-4B87-A4E0-68F8276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BA38E-DA78-4CBF-91B2-91C5DDD0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98C89-A26A-45BB-86BC-084EC4E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06F3-EBAB-4FD7-9D2E-900A8DA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F7A9-F0E4-4E2C-97B6-A4591A18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9142A-5657-43B0-858D-839B5F72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7C070-AA0C-4BEA-A551-2958C8C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Установка разделена на слои, поэтому сбой видно сразу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B6915-2BAD-40D2-B79B-42555E8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75383-5C5B-4613-B4B7-E83D2F3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Builder и GUI используют одни install-скрипты; обычный пользователь после запуска работает из вкладки Установки.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4EB13-709B-4763-BEF9-CE00234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FAC1A-00C0-4629-91A6-454CCBDA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8B224-F1C6-43C7-A9E5-B31E1586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4C8CA-758D-48FC-94EA-AF1F51A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6A86F-34BC-401D-B963-5FA8B0E0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B3B20-608E-43B7-AAA0-A83DAAF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</a:defRPr>
            </a:pPr>
            <a:r>
              <a:rPr sz="863" b="1">
                <a:solidFill>
                  <a:srgbClr val="1F2933"/>
                </a:solidFill>
              </a:rPr>
              <a:t>Portable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01C2E-8DE3-4F4F-A0F4-D05203E5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04771-F9BE-4E52-8B91-C8BA662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D49E2-CD9B-436B-AAE7-2528EE8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FFmpeg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161B4-84CF-4A98-877C-4D381B3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636DF-91E5-4DB2-AADF-708A115F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DEEC7-427E-49F0-B277-73D660CC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Live deps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8E739-D66A-4612-A1A9-D7A3E841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8BD40-F0AB-482C-B24D-2FF644A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836AE-58EB-4AB3-B8A4-8ECE0F09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Wheel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01E02-034D-41FE-9728-B528304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63F1F-923A-4676-B160-0E61FE86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0E46A-E71A-4300-85CC-832A8E0F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GigaAM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A889D-EF61-401B-A3C3-CCFB000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AD3AD-BAA1-483A-A727-E90A705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F61EF-9BB3-450B-A1A6-CF9989E8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whisper.cpp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8AF59-5A69-471C-B20D-347D34A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3145B-BC4E-4FFF-9E35-B906DF4D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9A894-0415-47B0-ACBB-461D7638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44C177-3686-4293-B69A-CCB20643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941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5F6295-18B7-4C46-9C4C-48FB71E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1F2933"/>
                </a:solidFill>
              </a:defRPr>
            </a:pPr>
            <a:r>
              <a:rPr sz="1140" b="1">
                <a:solidFill>
                  <a:srgbClr val="1F2933"/>
                </a:solidFill>
              </a:rPr>
              <a:t>Cleanup удаляет воспроизводимые payloads, но защищает configs, scripts, system_core, tests и docs.</a:t>
            </a:r>
          </a:p>
        </p:txBody>
      </p:sp>
    </p:spTree>
    <p:extLst>
      <p:ext uri="{BB962C8B-B14F-4D97-AF65-F5344CB8AC3E}">
        <p14:creationId xmlns:p14="http://schemas.microsoft.com/office/powerpoint/2010/main" val="194252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A9731-61DE-4574-BD30-DA6FE241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FC605-9C62-4E26-9BA1-9FC4AC9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2E08D-2B48-4E05-AC85-BB467872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EC52A-F206-4640-84C8-14C4B53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47335-B806-401E-8132-B2C96B9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E87F4-D95A-42F7-937C-0DED119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8933-F262-4141-B34B-728B3B3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A6713-396F-4851-9D10-3899507E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Live-диктовка начинает запись раньше, чем готов сетевой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D1137-E06B-46AA-87E4-D6EE480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ECB02-5A68-4DE0-B0FB-198CCFB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Микрофон открывается первым, поэтому начало фразы не теряется, пока Realtime или local-модель прогревается.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B353F-9E87-4611-AB23-809B9409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7A29B-2DB5-4B70-AFDD-A79927DC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21FE8-BF15-4875-A0C2-5CB15D0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Hotkey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C5013-80F9-40AD-80E1-E5A275C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Alt+Win или continuous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CF7DD-F16B-4603-B8C3-E8E75AB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D1781-0501-41A8-8FA8-C6C99F88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CE213-205A-4957-BB01-254A9FF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5C38D-6E3A-43A3-A691-C86E852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27C12-671A-49A4-95E1-CE5BF1B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Mic 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8DABB-2D4B-4A01-BB07-56DC0C58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PCM16 input, диагностика не пишет файл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2314E-6F11-4847-A202-D9AC1949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A783F-8583-4A81-A385-6C97781D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F7CF-9513-4E8F-9D99-B545055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6C17E-7FDF-4FCA-8EAB-A5971B5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0C445-C81F-4A13-AB5D-448EB0A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STT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097AA-A10E-4CA6-9F16-05E71C8B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OpenAI, xAI, ElevenLabs, GigaAM, whisper.cpp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9DC20-F651-48B8-91D1-55107E35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AEC0F-163B-4322-9CAE-FB33EF4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5D7905-3F69-4AB7-A395-866A297D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3B6E74-4DFC-4B63-9901-E754DAD0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E8004-E18C-40DA-A5D5-044E8025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797BD-B939-45EC-ABC2-9A03642E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Overlay, paste, log, export</a:t>
            </a:r>
          </a:p>
        </p:txBody>
      </p:sp>
    </p:spTree>
    <p:extLst>
      <p:ext uri="{BB962C8B-B14F-4D97-AF65-F5344CB8AC3E}">
        <p14:creationId xmlns:p14="http://schemas.microsoft.com/office/powerpoint/2010/main" val="1523230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E962E-D144-472A-92B5-0522423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CFFCA-EF56-42A5-B530-90AEB72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89894-89BB-46FB-9890-E6251E6A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69EA2-9481-4A85-9B10-9904DE47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714EB-E805-4303-AF46-E0F7C92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0AC65-974B-4A0E-A135-D8F86352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2546B-505C-4DFE-8932-1E4E5D38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394A4-8887-4452-A9C7-2CA46FA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Локальные модели дают приватность без превращения ноутбука в CUDA-машину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CCA0A-8F18-49EB-A80D-5A79B59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3BD90-B78C-46CC-8937-328EEC36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Локальный путь полезен, потому что он явный, диагностируемый и умеет спокойно падать в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C3A6-5840-4ADF-8E3F-F7ACF8C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84256-5563-4DEF-BCE8-42A9773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C99E1-4C44-4879-A5F0-C7482F2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GigaAM default для 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8642D-32AB-4708-9B1E-7A96401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Небольшая ONNX-модель может оставаться прогретой в Live без workstation-памяти.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3C11B-135F-4138-BA96-33E2DBF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C112E-AD4A-4C04-AE1F-5E34730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89220-1099-4390-9738-D3D677B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whisper.cpp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B283A-5645-4118-B54C-E94B2A38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Vulkan используется при наличии; официальный CPU fallback сохраняет путь рабочим.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7448F-8D53-49B9-808B-39AD6F9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5531C-43D3-41ED-9758-B825E144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927C9-F302-4EE6-9EF1-1E22963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Mic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EA44E-85C7-4E16-85FC-A2628E7F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Установки теперь открывают input-поток, считают PCM-байты и дают понятную Windows audio подсказку.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7DF27-A789-4EC3-B309-EBA03A3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73816-A778-42DF-9A70-4C6DD3AE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</a:defRPr>
            </a:pPr>
            <a:r>
              <a:rPr sz="1125" b="1">
                <a:solidFill>
                  <a:srgbClr val="1F2933"/>
                </a:solidFill>
              </a:rPr>
              <a:t>Пользователь видит готовность, а не загадку: зависимости, устройства и stream-ошибки показаны явно.</a:t>
            </a:r>
          </a:p>
        </p:txBody>
      </p:sp>
    </p:spTree>
    <p:extLst>
      <p:ext uri="{BB962C8B-B14F-4D97-AF65-F5344CB8AC3E}">
        <p14:creationId xmlns:p14="http://schemas.microsoft.com/office/powerpoint/2010/main" val="55101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4D87B-CC47-40D7-A845-007B597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9C256-6F60-47D2-8F01-1BB6C73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17636-4EE2-495A-BA4B-EC20F89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C1F24-A665-4170-B7F4-1079A15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5F3E5-6C2E-4629-BC01-5DD67C64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E6919-F38E-488C-A46C-8914858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9F145-F6E6-49C3-841F-D2B97ED7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FFBED-1762-4446-9669-9EF23365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Оставшийся риск — backend-валидация, а не форма продукта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1D219-1373-45A0-A4CB-E96325B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47F6E-C2B9-44A7-9FF1-391963C6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UI, installer workflow, документация и Live rebuild уже собраны в цельную рабочую систему.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E49EC-6177-4E41-B0BD-5E18D0E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C447E-8E7B-4820-B282-846465AB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136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5B2AA-6257-4A4A-8300-6F038F7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Live tests passed после реального cleanup и rebuild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21F95-47FA-46FB-B6FE-803460D0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AAEE8-9F5C-4C61-978C-988B6E0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D2B05-1638-43A2-A2AC-FD36D22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Пользовательские вкладки: Live, Files, Settings,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4D956-0AA6-4791-A025-56DCFD5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5A678-9586-4796-BA46-8B4F9A5A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D8431-28EB-40DE-8A52-AAA8EA4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Темы: Mess Blue и Graphite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5FF67-6144-444F-AF10-D5DEBF75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677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C997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8EF10-04D3-4523-93BE-F537325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78F86-5EF5-495B-886C-D4E1CB48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Прогнать Studio CUDA smoke на RTX workstation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90AD4-3790-42D6-9376-1874D6B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B585A-44B5-4501-82EC-315D74A5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244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Проверить TensorRT/CUDA throughput моделей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9721B-44F9-483F-BE9B-63F7822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4908C-4FB8-48FA-9D80-5B69FEC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911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Дошлифовать device-specific audio edge cases после живого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731903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2026-07-02T08:42:09.9040000Z</dcterms:created>
  <dcterms:modified xsi:type="dcterms:W3CDTF">2026-07-02T08:42:09.9040000Z</dcterms:modified>
</coreProperties>
</file>